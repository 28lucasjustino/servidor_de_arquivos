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80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a sigla NoSQL?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Query Language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Non-Operational SQL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Open Source Language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Not Only 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O que significa a sigla NoSQL?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significa 'Not Only SQL' — ou seja, bancos que vão além do SQL tradicional, sem necessariamente eliminá-lo. O termo foi usado pela primeira vez por Carlo Strozzi em 1998.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('No Structured Query Language') é uma descrição inventada. C ('Non-Operational SQL') e D ('New Open Source Language') são termos que não existem no contexto de banco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ano o termo NoSQL foi usado pela primeira vez?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1998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Em que ano o termo NoSQL foi usado pela primeira vez?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 Strozzi usou o termo em 1998 para um banco que omitia o SQL. Em 2009 o termo voltou a ganhar força em conferências de defensores de bancos NoSQL.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 não tem relação com NoSQL. 2009 foi quando o termo se popularizou novamente, mas não foi a primeira vez. 2001 também não corresponde a nenhum evento histórico relevante do NoSQL.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principal motivação para o surgimento dos bancos NoSQL?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completamente os bancos relacionais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custo de licenças de software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com volumes gigantescos de dados com alto desempenho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o uso de SQL em dispositivos móveis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Lidar com volumes gigantescos de dados com alto desempenho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Qual foi a principal motivação para o surgimento dos bancos NoSQL?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redes sociais, computação em nuvem e Web 2.0, o volume de dados chegou a terabytes e petabytes — volume que os bancos relacionais tinham dificuldade em escalar com eficiência.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não veio para substituir o relacional completamente — os dois coexistem. Custo de licença e SQL em mobile não têm relação com a motivação histórica do NoSQL.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ACID no contexto de bancos relacionais?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Columns, Isolation, Distribution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Consistency, Isolation, Durability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Consistency, Integrity, Durability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Concurrency, Index, Delivery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Atomicity, Consistency, Isolation, Durability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O que significa ACID no contexto de bancos relacionais?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Atomicidade (tudo ou nada), Consistência (estado válido), Isolamento (transações independentes) e Durabilidade (dados persistidos). Garante a confiabilidade das transações.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C e D misturam termos reais com palavras inventadas. 'Columns', 'Distribution', 'Index' e 'Delivery' não fazem parte do ACID.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BASE, modelo adotado pelos bancos NoSQL?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Availability, Simple Execution, Eventual consistency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Basically Available, Soft State, Eventually Consistent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Access, Schema-less, Efficient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Availability, Scalability, Efficiency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Basically Available, Soft State, Eventually Consistent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O que significa BASE, modelo adotado pelos bancos NoSQL?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Basicamente Disponível (funciona mesmo com falhas parciais), Estado Leve (estado pode mudar ao longo do tempo) e Eventualmente Consistente (dados se tornam consistentes após algum tempo).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outras opções usam as letras de BASE mas com significados incorretos ou completamente inventados — não correspondem a nenhum conceito real de banco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os 4 modelos principais de bancos NoSQL?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Relacional, Hierárquico, Rede, Objetos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Chave-Valor, Colunar, Grafos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JSON, XML, BSON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Redis, Cassandra, Neo4j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Documentos, Chave-Valor, Colunar, Grafos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Quais são os 4 modelos principais de bancos NoSQL?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modelos são: Banco de Documentos, Chave-Valor, Colunar e Grafos. Cada um serve a um tipo diferente de problema e tem características distintas.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modelos de dados mais antigos. C lista formatos de dados, não modelos de banco. D lista ferramentas específicas, não os modelos em si.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fundamental entre escalabilidade vertical e horizontal?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= mais servidores; Horizontal = servidor mais potente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= servidor mais potente; Horizontal = mais servidores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é usada por NoSQL; Horizontal por bancos relacionais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diferença prática entre as duas abordagens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Vertical = servidor mais potente; Horizontal = mais servidores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Qual a diferença fundamental entre escalabilidade vertical e horizontal?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vertical (scale up) = aumentar a capacidade de um único servidor. Escalabilidade horizontal (scale out) = adicionar mais servidores. NoSQL é projetado para escalar horizontalmente.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inverte os conceitos. C está errado — é o contrário: NoSQL usa horizontal, relacional geralmente usa vertical. D é incorreto — a diferença é muito relevante em custo e arquitetura.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bancos relacionais foram criados por quem e em qual época?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Larry Ellison, no final dos anos 90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Ted Codd, no início dos anos 70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Carlo Strozzi, em 1998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engenheiros do Google, nos anos 2000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Por Ted Codd, no início dos anos 70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Os bancos relacionais foram criados por quem e em qual época?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Codd apresentou o modelo relacional no início dos anos 70, mas os bancos só foram implementados com sucesso no final dos anos 80.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Ellison fundou a Oracle, mas não criou o modelo relacional. Carlo Strozzi cunhou o termo NoSQL. Os engenheiros do Google desenvolveram soluções NoSQL, mas não criaram o modelo relacional.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característica permite ao NoSQL crescer adicionando servidores sem depender de um único servidor central?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flexível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JSON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horizontal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eventual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Escalabilidade horizontal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Qual característica permite ao NoSQL crescer adicionando servidores sem depender de um único servidor central?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escalabilidade horizontal (distribuição em múltiplos nós via sharding) permite ao NoSQL crescer adicionando servidores comuns em vez de um único servidor cada vez mais caro.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flexível e formato JSON são características de modelagem. Consistência eventual é uma propriedade do modelo BASE, não a responsável pelo crescimento horizontal.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afirmação sobre NoSQL é VERDADEIRA?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elimina completamente os bancos relacionais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é sempre mais rápido em qualquer situação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é mais adequado para dados altamente relacionais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foi criado para alto tráfego de dados com rápido desempenho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D) NoSQL foi criado para alto tráfego de dados com rápido desempenho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Qual afirmação sobre NoSQL é VERDADEIRA?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NoSQL é atender empresas com tráfego intenso de dados e alta performance, como redes sociais, e-commerce e aplicações em tempo real.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B são generalizações incorretas — cada tipo de banco tem seus casos ideais. C é o oposto da verdade: para dados altamente relacionais, o banco relacional ainda é mais adequado.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banco de dados orientado a documentos armazena seus dados?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tabelas com linhas e colunas fixas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pares simples de chave e valor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documentos auto descritivos, geralmente no formato JSON ou BSON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grafos com vértices e arestas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Em documentos auto descritivos, geralmente no formato JSON ou BSON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Como um banco de dados orientado a documentos armazena seus dados?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documentos armazena dados em documentos (geralmente JSON ou BSON) que são auto descritivos — o próprio documento define sua estrutura e o significado dos dados.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descreve bancos relacionais. B descreve o modelo chave-valor. D descreve o modelo de grafos.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'Collection' em um banco de documentos?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dentro de uma tabela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de documentos, equivalente a uma tabela no modelo relacional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campo dentro de um documento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índice criado para acelerar consultas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Agrupamento de documentos, equivalente a uma tabela no modelo relacional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O que é uma 'Collection' em um banco de documentos?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é o agrupamento de documentos — equivale a uma tabela no relacional. A diferença é que, diferente de uma tabela, os documentos numa collection não precisam ter os mesmos campos.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equivale a um Document. Um campo é a menor unidade de informação. Um índice é uma estrutura de otimização de consulta, não uma collection.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representa corretamente a hierarquia do banco de documentos?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→ Linha → Coluna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Document → Collection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Collection → Document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Table → Record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Database → Collection →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Qual representa corretamente a hierarquia do banco de documentos?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hierarquia correta é Database → Collection → Document. Cada nível contém o seguinte: o banco contém coleções, e coleções contêm documentos.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 a hierarquia do modelo relacional. B inverte Collection e Document. D usa terminologia exclusivamente relacional.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dizer que um banco de documentos tem 'schema flexível'?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não precisa de servidor dedicado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documentos da collection obrigatoriamente têm os mesmos campos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na mesma collection podem ter campos diferentes entre si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não suporta o formato JSON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Documentos na mesma collection podem ter campos diferentes entre 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O que significa dizer que um banco de documentos tem 'schema flexível'?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flexível significa que não há estrutura rígida imposta. Um documento pode ter campos que outros da mesma collection não têm — facilitando a evolução da aplicação.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não tem relação com schema. B é o oposto — essa é a característica de bancos relacionais. D é incorreto — JSON é justamente o formato padrão do banco de documentos.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formato de dados mais comumente usado em bancos de documentos?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exclusivamente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 BSON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JSON ou BSON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Qual é o formato de dados mais comumente usado em bancos de documentos?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é o formato padrão — leve, legível e amplamente aceito. BSON é sua versão binária, usada internamente pelo MongoDB para melhor performance e suporte a tipos adicionais.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é formato de planilha, sem suporte a estruturas hierárquicas. XML é suportado por alguns bancos de documentos, mas não é o principal. SQL é uma linguagem de consulta, não um formato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'dados aninhados' em um banco de documentos?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duplicados em várias collections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dentro de objetos, listas e estruturas hierárquicas dentro de um documento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foram arquivados por não serem mais usados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sincronizados entre dois bancos diferentes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Objetos dentro de objetos, listas e estruturas hierárquicas dentro de um documento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O que são 'dados aninhados' em um banco de documentos?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aninhados (nested data) são estruturas onde um documento contém outros objetos ou arrays internamente — como um endereço dentro de um cadastro, ou uma lista de disciplinas em um perfil.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demais opções descrevem conceitos diferentes: duplicação, arquivamento e sincronização não têm relação com o conceito de aninhamento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grande vantagem dos dados aninhados em relação ao modelo relacional?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ficam mais difíceis de acessar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JOINs entre múltiplas tabelas para buscar informações relacionadas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 o banco a criar índices automáticos para cada campo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os dados nunca serão duplicados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Evita JOINs entre múltiplas tabelas para buscar informações relacionadas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Qual a grande vantagem dos dados aninhados em relação ao modelo relacional?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banco relacional, informações de um usuário estariam em 3 ou 4 tabelas, exigindo JOINs. No banco de documentos, tudo fica dentro do mesmo documento — uma única consulta traz tudo.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aninhados facilitam o acesso, não dificultam. Índices automáticos são uma feature de implementação. Dados aninhados podem na verdade gerar duplicação quando o mesmo dado precisa aparecer em vários documentos.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uma desvantagem conhecida do banco de documentos?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suporta o formato JSON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consegue escalar horizontalmente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gerar redundância de dados e consultas entre coleções podem ser complexas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que todos os documentos tenham exatamente os mesmos campos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Pode gerar redundância de dados e consultas entre coleções podem ser complexas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Qual é uma desvantagem conhecida do banco de documentos?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embutir dados relacionados dentro de documentos, o banco de documentos pode acabar duplicando a mesma informação em vários lugares. Consultas que cruzam muitas coleções também podem ser lentas.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é o formato nativo. Escalabilidade horizontal é uma das suas vantagens. Exigir campos iguais seria o oposto do schema flexível — característica central desse modelo.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banco de dados é o exemplo mais famoso do modelo orientado a documentos?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MongoDB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Qual banco de dados é o exemplo mais famoso do modelo orientado a documentos?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é o banco de dados orientado a documentos mais popular do mundo, com armazenamento em BSON, escalabilidade horizontal e operações CRUD completas.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é relacional. Redis é chave-valor. Cassandra é colunar.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 de documentos, qual é o equivalente a uma 'linha' no banco relacional?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(campo)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D)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No modelo de documentos, qual é o equivalente a uma 'linha' no banco relacional?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 é a unidade básica de dados — equivale a uma linha (registro) no modelo relacional. Contém os pares chave-valor que representam uma entidade completa.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equivale a tabela. Database equivale a banco de dados. Field (campo) é a menor unidade, equivalente a uma coluna, não a uma linha.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 tipo de aplicação o banco de documentos é MAIS indicado?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bancários com transações financeiras complexas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web e mobile com dados variados, APIs e desenvolvimento rápido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recomendação baseados em relacionamentos entre pessoas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analíticas em colunas específicas de grandes tabelas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Aplicações web e mobile com dados variados, APIs e desenvolvimento rápido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 — Para qual tipo de aplicação o banco de documentos é MAIS indicado?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documentos é ideal para e-commerce, redes sociais, apps web/mobile e gerenciamento de conteúdo — dados variados, schema que precisa evoluir e integração frequente com APIs.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bancários com forte integridade são melhor servidos pelo relacional. Sistemas de recomendação por relacionamentos são domínio do banco de grafos. Consultas analíticas por colunas são o forte do banco colunar.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banco de documentos lida com a adição de novos campos em registros existentes?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ALTER TABLE para atualizar todos os registros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adicionar novos campos após a criação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novos campos existem nos novos documentos sem afetar os antigos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documentos existentes precisam ser deletados e recriados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Os novos campos existem nos novos documentos sem afetar os antigos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 — Como o banco de documentos lida com a adição de novos campos em registros existentes?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ter schema flexível, basta começar a enviar o novo campo nos novos documentos. Os documentos antigos continuam sem esse campo — sem migração necessária. Grande vantagem no desenvolvimento ágil.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é exclusivo do SQL relacional. A afirmação de impossibilidade é falsa. Deletar e recriar documentos seria uma abordagem inviável e incorreta para esse cenário.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estrutura de armazenamento do banco chave-valor?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organizados em tabelas com linhas e colunas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 em documentos JSON com campos aninhados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tem uma chave única que identifica um valor correspondente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 em grafos com nós e arestas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Cada item tem uma chave única que identifica um valor correspondente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 — Como funciona a estrutura de armazenamento do banco chave-valor?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chave-valor é o modelo mais simples: cada dado é um par onde a chave funciona como identificador único e o valor é a informação — pode ser texto, número, JSON, binário ou qualquer formato.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descreve o modelo relacional. B descreve o banco de documentos. D descreve o banco de grafos.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formato de chave tipicamente usado em bancos chave-valor?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sequencial automático como em tabelas relacionais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arbitrária única, como um ID ou URL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Obrigatoriamente um número inteiro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JSON completo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String arbitrária única, como um ID ou URL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 — Qual é o formato de chave tipicamente usado em bancos chave-valor?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é normalmente uma String arbitrária única — pode ser um ID de usuário, token de sessão, URL ou qualquer identificador único dentro do banco. Funciona como 'etiqueta' para acessar o dado.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sequência automática obrigatória como em bancos relacionais. A chave não precisa ser número inteiro. Um objeto JSON completo seria mais típico de um valor, não de uma chave.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melhor descreve o 'valor' em um banco chave-valor?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um texto simples (string)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números inteiros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tipo de dado: texto, número, JSON, binário, array, etc.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Exclusivamente objetos no formato XML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Qualquer tipo de dado: texto, número, JSON, binário, array, etc.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 — O que melhor descreve o 'valor' em um banco chave-valor?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é tratado pelo banco como um Binary Large Object (BLOB) — ele não interpreta o conteúdo, apenas armazena e retorna. Pode ser qualquer coisa: strings, JSON, arquivos binários ou arrays.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o valor a apenas um tipo seria uma restrição que o modelo chave-valor não impõe. Essa flexibilidade nos valores é justamente uma das características do modelo.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 tipo de uso o banco chave-valor é MAIS indicado?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relacionamentos complexos entre entidades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dados, gerenciamento de sessões e tokens de autenticação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de documentos com múltiplos campos aninhados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analíticas em grandes volumes de dados por coluna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Cache de dados, gerenciamento de sessões e tokens de autenticação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 — Para qual tipo de uso o banco chave-valor é MAIS indicado?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chave-valor é ideal para cache (guardar respostas temporárias), sessões de usuário, tokens de autenticação e carrinhos de compras — acessos sempre diretos por uma chave específica.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complexos são domínio do banco de grafos. Documentos aninhados são domínio do banco de documentos. Consultas analíticas por coluna são o forte do banco colunar.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principal LIMITAÇÃO do banco chave-valor?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consegue escalar horizontalmente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suporta dados em formato binário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permite consultas complexas baseadas no conteúdo do valor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que todos os valores sejam do mesmo tipo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Não permite consultas complexas baseadas no conteúdo do valor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 — Qual é a principal LIMITAÇÃO do banco chave-valor?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recuperação é feita exclusivamente pela chave. Não é possível consultar 'encontre todos os usuários com idade maior que 18' porque o banco não interpreta o conteúdo do valor.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horizontal é uma das forças do modelo. Dados binários são suportados (BLOB). Não há exigência de tipos uniformes — a flexibilidade nos valores é uma característica do modelo.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banco de dados é o exemplo mais famoso do modelo chave-valor?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D) Redis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 — Qual banco de dados é o exemplo mais famoso do modelo chave-valor?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(Remote Dictionary Server) é o banco chave-valor mais popular — usado como cache, broker de mensagens e armazenamento temporário. Amazon DynamoDB também é um exemplo importante.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é orientado a documentos. Cassandra é colunar. Neo4j é orientado a grafos.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quando você busca um dado em um banco chave-valor?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analisa todos os campos do valor para responder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faz JOIN com outras estruturas para completar o resultado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retorna o valor diretamente pela chave, sem processar o conteúdo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precisa varrer todos os registros para encontrar o dado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O banco retorna o valor diretamente pela chave, sem processar o conteúdo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 — O que acontece quando você busca um dado em um banco chave-valor?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acesso é direto pela chave — sem varredura, sem JOIN, sem interpretação do valor. Isso garante latência extremamente baixa, tornando o modelo ideal para operações de alta velocidade como cache.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não analisa o conteúdo do valor (ele é tratado como BLOB). Não há JOINs no modelo chave-valor. Varrer todos os registros seria ineficiente — justamente o oposto do que acontece.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e-commerce, o carrinho de compras é armazenado em banco chave-valor. Qual seria a estrutura correta?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nome do produto; Valor: preço unitário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ID do carrinho; Valor: lista de produtos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data da compra; Valor: nome do cliente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endereço de entrega; Valor: forma de pagamento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Chave: ID do carrinho; Valor: lista de produtos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 — Em um e-commerce, o carrinho de compras é armazenado em banco chave-valor. Qual seria a estrutura correta?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é usar o ID do carrinho como chave única — cada cliente acessa seu carrinho diretamente. O valor contém a lista de produtos, quantidades e informações necessárias.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nome do produto ou data como chave não garantiria unicidade por cliente. Endereço como chave seria impraticável — um cliente pode ter vários endereços e vários carrinhos.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afirmação sobre o banco chave-valor é CORRETA?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 esquema fixo — todos os valores devem seguir o mesmo formato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ideal para sistemas com consultas SQL complexas e múltiplos filtros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suporta relacionamentos entre itens de dados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mais adequado para armazenar dados altamente relacionais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Não suporta relacionamentos entre itens de dados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 — Qual afirmação sobre o banco chave-valor é CORRETA?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chave-valor não suporta inerentemente relacionamentos entre itens. Cada par chave-valor é independente. Para dados altamente relacionados, outros modelos são mais adequados.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esquema fixo — a flexibilidade é uma característica. Consultas SQL complexas são justamente uma limitação, não um ponto forte. Dados altamente relacionais pedem o modelo relacional ou de grafos.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chave-valor com banco relacional, qual diferença é VERDADEIRA?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relacional é sempre mais rápido em leitura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chave-valor suporta relacionamentos mais complexos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chave-valor não necessita de linguagem de query para CRUD — basta a chave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relacional não precisa de esquema definido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O banco chave-valor não necessita de linguagem de query para CRUD — basta a chave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 — Comparando chave-valor com banco relacional, qual diferença é VERDADEIRA?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banco chave-valor, operações CRUD são executadas fornecendo apenas a chave — sem SQL. Isso simplifica muito o uso e contribui para a alta performance.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consultas simples por chave, o banco chave-valor costuma ser mais rápido. Relacionamentos complexos são o ponto fraco do chave-valor. Banco relacional exige esquema definido — essa é justamente uma diferença central.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banco colunar organiza seus dados, ao contrário do banco relacional?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linhas — cada linha armazena todos os campos de um registro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documentos — cada documento contém campos variados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colunas — os dados de cada coluna ficam agrupados juntos no armazenamento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pares chave-valor sem estrutura adicional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Por colunas — os dados de cada coluna ficam agrupados juntos no armazenamento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 — Como o banco colunar organiza seus dados, ao contrário do banco relacional?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banco relacional, os dados de uma linha ficam agrupados. No banco colunar, os dados de uma mesma coluna ficam agrupados — eficiente para consultas analíticas que leem poucas colunas de milhões de registros.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descreve o modelo relacional tradicional (row-based). B descreve banco de documentos. D descreve o modelo chave-valor.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 tipo de operação o banco colunar é especialmente eficiente?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a um único registro identificado por chave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em relacionamentos complexos entre entidades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grande quantidade de dados com consultas sobre colunas específicas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de perfis de usuários com campos variados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Processamento de grande quantidade de dados com consultas sobre colunas específicas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 — Para qual tipo de operação o banco colunar é especialmente eficiente?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colunar foi criado para processar grandes volumes. Ao somar todos os valores de uma coluna 'salário' em milhões de registros, o banco colunar lê apenas essa coluna — muito mais eficiente.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por chave é o forte do modelo chave-valor. Navegação em relacionamentos é domínio do banco de grafos. Perfis com campos variados são melhor servidos pelo banco de documentos.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uma característica do banco colunar em relação ao modelo relacional?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chaves estrangeiras entre tabelas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possui relacionamentos e não suporta chaves estrangeiras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que todas as linhas tenham as mesmas colunas preenchidas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criado para substituir o banco de grafos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Não possui relacionamentos e não suporta chaves estrangeiras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 — Qual é uma característica do banco colunar em relação ao modelo relacional?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colunar é contrário ao modelo relacional — não possui relacionamentos entre tabelas e não suporta chaves estrangeiras. É projetado para armazenar e processar dados de forma independente e escalável.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estrangeiras são um conceito do modelo relacional. Exigir colunas preenchidas seria uma característica relacional. Bancos colunares e de grafos são modelos diferentes para problemas diferentes.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uma VANTAGEM do banco colunar?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— ideal para dados simples sem complexidade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consultas que envolvem relacionamentos entre muitas entidades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Altamente escalável, com eficiência na ordenação e maior granularidade de indexação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dados temporários com acesso de baixa latência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Altamente escalável, com eficiência na ordenação e maior granularidade de indexação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Q36 — Qual é uma VANTAGEM do banco colunar?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do banco colunar: alta escalabilidade para grandes volumes, eficiência na ordenação e manutenção de dados, e maior granularidade de indexação — índices em colunas específicas com alta performance.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é característica do modelo chave-valor. Relacionamentos são domínio do banco de grafos. Dados temporários com baixa latência são o forte do banco chave-valor.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uma DESVANTAGEM do banco colunar?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suporta grandes volumes de dados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eficiente para poucos dados e a recuperação de registros completos pode ser complexa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permite indexação de dados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que os dados sejam armazenados no formato JSON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Não é eficiente para poucos dados e a recuperação de registros completos pode ser complexa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 — Qual é uma DESVANTAGEM do banco colunar?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colunar perde eficiência com poucos dados — o overhead não se justifica. Além disso, recuperar um registro completo (todas as colunas de uma linha) é mais complexo que no modelo relacional.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grandes volumes é justamente o ponto forte. Indexação é uma das suas vantagens. Não há exigência de formato JSON — o banco colunar tem seu próprio formato de armazenamento.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banco de dados é um exemplo clássico do modelo colunar?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Apache Cassandra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 — Qual banco de dados é um exemplo clássico do modelo colunar?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 é o banco colunar mais conhecido — desenvolvido originalmente pelo Facebook. É usado por Netflix e Twitter para armazenar bilhões de eventos.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é orientado a documentos. Redis é chave-valor. Neo4j é orientado a grafos.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 cenário o banco colunar é MENOS indicado?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logs com bilhões de registros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de BI consultando métricas agregadas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com poucos registros e necessidade de recuperar perfis completos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dados de sensores IoT em larga escala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Sistema de cadastro com poucos registros e necessidade de recuperar perfis completos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 — Para qual cenário o banco colunar é MENOS indicado?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colunar não é eficiente para poucos dados, e recuperar um registro completo é mais trabalhoso. Para cadastros simples com poucos registros, um banco relacional ou de documentos seria mais adequado.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logs, BI com métricas e dados IoT em larga escala são exatamente os casos de uso ideais para o banco colunar.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chave 'Tabela/ID/Atributo' é característica de qual modelo NoSQL?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Documentos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Colunar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Chave-Valor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Banco Colunar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 — A estrutura de chave 'Tabela/ID/Atributo' é característica de qual modelo NoSQL?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hierárquica Tabela/ID/Atributo é característica do banco colunar — onde os dados são identificados por essa combinação de família de colunas, identificador da linha e atributo específico.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documentos usa Collections e _id. O banco de grafos usa nós e arestas. O banco chave-valor usa chaves simples como strings ou IDs sem essa hierarquia específica.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banco de grafos representa seus dados?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documentos JSON com campos aninhados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pares chave-valor armazenados em memória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nós (vértices) conectados por arestas (relacionamentos)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colunas agrupadas por família de atributos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Em nós (vértices) conectados por arestas (relacionamentos)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 — Como o banco de grafos representa seus dados?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grafos usa a estrutura matemática de grafo: nós (vértices/nodes) representam entidades, e arestas (edges/relationships) representam os relacionamentos entre elas. Ambos podem ter propriedades.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descreve banco de documentos. B descreve banco chave-valor. D descreve banco colunar.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'vértices' (ou nós) em um banco de grafos?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entre entidades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das arestas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dados que representam entidades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Agrupamentos de documentos semelhantes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Unidades de dados que representam entidades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Q42 — O que são 'vértices' (ou nós) em um banco de grafos?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Vértices (ou nodes) são as entidades do modelo — podem representar pessoas, produtos, cidades, etc. Cada vértice pode ter propriedades (atributos) que o descrevem.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entre entidades são representados pelas arestas. Atributos das arestas são as propriedades das arestas. Agrupamentos de documentos são Collections, do modelo de documentos.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'arestas' em um banco de grafos?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armazenadas dentro de um nó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entre vértices, podendo ter direção e atributos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que compõem uma collection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criados para acelerar consultas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Relacionamentos entre vértices, podendo ter direção e atributos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Q43 — O que são 'arestas' em um banco de grafos?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 representam os relacionamentos entre entidades. Elas podem ter direção (ex: 'João SEGUE Maria' ≠ 'Maria SEGUE João') e propriedades que descrevem o relacionamento (ex: data de início).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de um nó ficam nos próprios vértices. Documentos são do modelo de documentos. Índices são uma estrutura de otimização, não um componente do grafo.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principal diferencial do banco de grafos em relação aos outros modelos NoSQL?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dados em formato JSON flexível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grandes volumes de dados por coluna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direcionado em relacionamentos entre entidades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máxima no acesso a dados por chave simples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Foco direcionado em relacionamentos entre entidades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Q44 — Qual é o principal diferencial do banco de grafos em relação aos outros modelos NoSQL?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grafos é o único modelo construído especificamente para representar e navegar relacionamentos de forma natural e eficiente — relacionamentos são cidadãos de primeira classe, não jointures artificiais.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flexível é o forte do banco de documentos. Processamento colunar é o forte do banco colunar. Velocidade por chave simples é o forte do banco chave-valor.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 tipo de aplicação o banco de grafos é MAIS indicado?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sessões e tokens de autenticação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relacionamentos sociais, detecção de fraudes e sistemas de recomendação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de catálogos de produtos com campos variados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logs com bilhões de eventos por dia</a:t>
            </a:r>
            <a:endParaRPr lang="en-US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Análise de relacionamentos sociais, detecção de fraudes e sistemas de recomendação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 — Para qual tipo de aplicação o banco de grafos é MAIS indicado?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grafos brilha em: redes sociais (quem segue quem), detecção de fraudes (padrões de transações), sistemas de recomendação (o que pessoas similares compraram) e mapas/rotas.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 tokens são domínio do banco chave-valor. Catálogos com campos variados são domínio do banco de documentos. Logs massivos são domínio do banco colunar.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banco de dados é o exemplo mais conhecido do modelo de grafos?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D) Neo4j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Q46 — Qual banco de dados é o exemplo mais conhecido do modelo de grafos?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é o banco de grafos mais popular. Ele usa a linguagem de consulta Cypher, projetada para navegar grafos de forma intuitiva. É usado por LinkedIn, eBay e NASA.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é orientado a documentos. Redis é chave-valor. Cassandra é colunar.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'propriedades' em um banco de grafos?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relacionamentos entre os vértices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que descrevem tanto os vértices quanto as arestas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de consulta usada para navegar o grafo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de arquivo onde o grafo é armazenado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B) Atributos que descrevem tanto os vértices quanto as arestas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Q47 — O que são 'propriedades' em um banco de grafos?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são os atributos que enriquecem vértices e arestas. Um vértice 'Pessoa' pode ter nome e idade. Uma aresta 'AMIGOS_DESDE' pode ter a data de início. Isso torna o modelo muito expressivo.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são representados pelas arestas. Linguagem de consulta (como Cypher) é separada do modelo de dados. O formato de armazenamento não é chamado de 'propriedades'.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relacionamentos são 'mais naturais' em um banco de grafos do que no relacional?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banco de grafos armazena dados em JSON, mais fácil de 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no banco de grafos não é necessário armazenar dados, apenas relacionamentos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os relacionamentos são arestas diretas, sem tabelas intermediárias ou JOINs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banco de grafos usa SQL para representar os relacionamentos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10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na alternativa que você acha correta, depois avance para ver o feedback →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Porque os relacionamentos são arestas diretas, sem tabelas intermediárias ou JOINs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Q48 — Por que os relacionamentos são 'mais naturais' em um banco de grafos do que no relacional?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banco relacional, relacionamentos M:N exigem tabelas de junção e JOINs pesados. No banco de grafos, a conexão entre dois nós é uma aresta direta — navegar de um nó a outro é uma operação nativa e eficiente.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é do modelo de documentos. O banco de grafos armazena tanto entidades (vértices) quanto relacionamentos (arestas). O banco de grafos não usa SQL — tem linguagens próprias como Cypher.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rede social, como seria modelada 'João segue Maria' em um banco de grafos?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colunas 'seguidor' e 'seguido'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com campo 'seguidores' contendo array de nomes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'joao_segue' com valor 'maria'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 João conectado a vértice Maria por aresta 'SEGUE' com direção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D) Vértice João conectado a vértice Maria por aresta 'SEGUE' com direção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Q49 — Em uma rede social, como seria modelada 'João segue Maria' em um banco de grafos?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banco de grafos: dois vértices (João e Maria) são conectados por uma aresta direcional 'SEGUE'. A direção indica que João segue Maria, não o contrário. A aresta pode ter propriedades como data_início.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descreve o modelo relacional (tabela de junção). B descreve o modelo de documentos. C descreve o modelo chave-valor.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00364B"/>
          </a:solidFill>
          <a:ln w="1270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Grafos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046720" y="91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502920"/>
            <a:ext cx="8412480" cy="1170432"/>
          </a:xfrm>
          <a:prstGeom prst="rect">
            <a:avLst/>
          </a:prstGeom>
          <a:solidFill>
            <a:srgbClr val="0D2035"/>
          </a:solidFill>
          <a:ln w="10160">
            <a:solidFill>
              <a:srgbClr val="5BB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afirmação resume corretamente como escolher entre os 4 modelos NoSQL?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use banco de grafos, ele suporta todos os tipos de dados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182880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documentos é sempre a melhor escolha por ser o mais popular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depende do problema: documentos para dados variados, chave-valor para cache, colunar para análise em escala, grafos para relacionamentos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420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09160" y="2542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4648" y="257860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NoSQL são equivalentes e a escolha é apenas preferência pessoal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364B"/>
          </a:solidFill>
          <a:ln w="12700">
            <a:solidFill>
              <a:srgbClr val="0036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|  Quiz NoSQL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09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Resposta correta: C) A escolha depende do problema: documentos para dados variados, chave-valor para cache, colunar para análise em escala, grafos para relacionamentos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Q50 — Qual afirmação resume corretamente como escolher entre os 4 modelos NoSQL?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está certa: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0D2D1A"/>
          </a:solidFill>
          <a:ln w="10160">
            <a:solidFill>
              <a:srgbClr val="1A7A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137160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tem um caso de uso ideal. Não existe 'o melhor banco NoSQL' — existe o banco mais adequado para cada problema. Entender essa diferença é o que diferencia um profissional que domina o assunto.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outras estão erradas: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1207008"/>
          </a:xfrm>
          <a:prstGeom prst="rect">
            <a:avLst/>
          </a:prstGeom>
          <a:solidFill>
            <a:srgbClr val="2D0D0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274320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modelo é universalmente superior. Popularidade não define a melhor escolha. Bancos NoSQL não são equivalentes — cada um tem características, vantagens e limitações muito distintas.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8139</Words>
  <Application>Microsoft Office PowerPoint</Application>
  <PresentationFormat>Apresentação na tela (16:9)</PresentationFormat>
  <Paragraphs>1051</Paragraphs>
  <Slides>100</Slides>
  <Notes>100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NoSQL — SENAI</dc:title>
  <dc:subject>PptxGenJS Presentation</dc:subject>
  <dc:creator>PptxGenJS</dc:creator>
  <cp:lastModifiedBy>Willian Candido Pedroso</cp:lastModifiedBy>
  <cp:revision>6</cp:revision>
  <dcterms:created xsi:type="dcterms:W3CDTF">2026-04-07T18:21:15Z</dcterms:created>
  <dcterms:modified xsi:type="dcterms:W3CDTF">2026-04-10T23:59:37Z</dcterms:modified>
</cp:coreProperties>
</file>